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D3D"/>
    <a:srgbClr val="2596BE"/>
    <a:srgbClr val="FFFF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054883-E5A4-4578-910B-0EDC9BEF8332}" v="5" dt="2026-04-03T19:54:30.0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Ortiz" userId="8b76e105705800ef" providerId="LiveId" clId="{763C6895-C760-4459-BCBE-6004E971A178}"/>
    <pc:docChg chg="undo custSel addSld modSld">
      <pc:chgData name="Santiago Ortiz" userId="8b76e105705800ef" providerId="LiveId" clId="{763C6895-C760-4459-BCBE-6004E971A178}" dt="2026-04-03T19:54:34.590" v="48" actId="207"/>
      <pc:docMkLst>
        <pc:docMk/>
      </pc:docMkLst>
      <pc:sldChg chg="addSp delSp modSp new mod">
        <pc:chgData name="Santiago Ortiz" userId="8b76e105705800ef" providerId="LiveId" clId="{763C6895-C760-4459-BCBE-6004E971A178}" dt="2026-04-03T19:54:34.590" v="48" actId="207"/>
        <pc:sldMkLst>
          <pc:docMk/>
          <pc:sldMk cId="430812222" sldId="256"/>
        </pc:sldMkLst>
        <pc:spChg chg="del">
          <ac:chgData name="Santiago Ortiz" userId="8b76e105705800ef" providerId="LiveId" clId="{763C6895-C760-4459-BCBE-6004E971A178}" dt="2026-04-03T19:15:14.513" v="1" actId="478"/>
          <ac:spMkLst>
            <pc:docMk/>
            <pc:sldMk cId="430812222" sldId="256"/>
            <ac:spMk id="2" creationId="{C07092A3-34A0-E125-8FDA-33EE938D6C3F}"/>
          </ac:spMkLst>
        </pc:spChg>
        <pc:spChg chg="del">
          <ac:chgData name="Santiago Ortiz" userId="8b76e105705800ef" providerId="LiveId" clId="{763C6895-C760-4459-BCBE-6004E971A178}" dt="2026-04-03T19:15:14.513" v="1" actId="478"/>
          <ac:spMkLst>
            <pc:docMk/>
            <pc:sldMk cId="430812222" sldId="256"/>
            <ac:spMk id="3" creationId="{5F0BD2E9-5BB8-CF97-DA01-8B8B3B1B3544}"/>
          </ac:spMkLst>
        </pc:spChg>
        <pc:spChg chg="add mod ord">
          <ac:chgData name="Santiago Ortiz" userId="8b76e105705800ef" providerId="LiveId" clId="{763C6895-C760-4459-BCBE-6004E971A178}" dt="2026-04-03T19:47:14.353" v="33" actId="207"/>
          <ac:spMkLst>
            <pc:docMk/>
            <pc:sldMk cId="430812222" sldId="256"/>
            <ac:spMk id="6" creationId="{3455EB38-99D3-B59F-78FD-FE219565DB97}"/>
          </ac:spMkLst>
        </pc:spChg>
        <pc:grpChg chg="add del mod">
          <ac:chgData name="Santiago Ortiz" userId="8b76e105705800ef" providerId="LiveId" clId="{763C6895-C760-4459-BCBE-6004E971A178}" dt="2026-04-03T19:48:43.320" v="34" actId="478"/>
          <ac:grpSpMkLst>
            <pc:docMk/>
            <pc:sldMk cId="430812222" sldId="256"/>
            <ac:grpSpMk id="7" creationId="{14B22CD5-AC94-8099-D9AA-2DC6CF493238}"/>
          </ac:grpSpMkLst>
        </pc:grpChg>
        <pc:picChg chg="add mod">
          <ac:chgData name="Santiago Ortiz" userId="8b76e105705800ef" providerId="LiveId" clId="{763C6895-C760-4459-BCBE-6004E971A178}" dt="2026-04-03T19:44:26.344" v="29" actId="208"/>
          <ac:picMkLst>
            <pc:docMk/>
            <pc:sldMk cId="430812222" sldId="256"/>
            <ac:picMk id="5" creationId="{B2196D42-E319-F189-BF3E-C09E371632CF}"/>
          </ac:picMkLst>
        </pc:picChg>
        <pc:picChg chg="add del mod">
          <ac:chgData name="Santiago Ortiz" userId="8b76e105705800ef" providerId="LiveId" clId="{763C6895-C760-4459-BCBE-6004E971A178}" dt="2026-04-03T19:50:18.019" v="39" actId="478"/>
          <ac:picMkLst>
            <pc:docMk/>
            <pc:sldMk cId="430812222" sldId="256"/>
            <ac:picMk id="9" creationId="{DAD80B22-936C-0FCE-6653-497644339185}"/>
          </ac:picMkLst>
        </pc:picChg>
        <pc:picChg chg="add del mod">
          <ac:chgData name="Santiago Ortiz" userId="8b76e105705800ef" providerId="LiveId" clId="{763C6895-C760-4459-BCBE-6004E971A178}" dt="2026-04-03T19:51:19.656" v="44" actId="478"/>
          <ac:picMkLst>
            <pc:docMk/>
            <pc:sldMk cId="430812222" sldId="256"/>
            <ac:picMk id="11" creationId="{54915218-16FB-17F4-FB50-204FE6EDB5D6}"/>
          </ac:picMkLst>
        </pc:picChg>
        <pc:picChg chg="add mod">
          <ac:chgData name="Santiago Ortiz" userId="8b76e105705800ef" providerId="LiveId" clId="{763C6895-C760-4459-BCBE-6004E971A178}" dt="2026-04-03T19:54:34.590" v="48" actId="207"/>
          <ac:picMkLst>
            <pc:docMk/>
            <pc:sldMk cId="430812222" sldId="256"/>
            <ac:picMk id="13" creationId="{A7B3127E-8A0A-1BAD-4F9E-814753B85BD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A1AD-DF4F-A622-8007-3D339AE62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8F47D2-F3BA-05FF-AF97-D7F138D4A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7694-5230-DAD3-B793-123D04662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E8C8A-B96A-0252-D6CC-1EA909139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D0CFE-3F19-0939-F387-0EED49BD7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7692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17B04-EE54-23E1-FCCD-DA9A46B95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A654E-4A1D-FEBD-D671-FC4014504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D64C9-0285-5B11-30EA-A9324D868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E9814-380B-821C-2317-D2512EE8C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7BF55-617D-719F-7606-44EE57ADC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91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240F-4572-53C0-411E-7FA18CBB6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3E857-96B4-CDF6-03BF-E056787C8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0A14F-A1A7-81A7-974F-5025E389E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BFDE4-3290-3131-A498-A93D290BA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9287D-C7DF-D41D-D4D7-7604AFEAB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673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D6D1-C79A-AD87-73A6-EEAE458F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6B0E1-10D2-F1CC-C646-236D1F85F4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BAE5AC-3F63-2592-BDD0-C8B0AD3DE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3B1F3-1489-5831-66AF-59524F794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ECCA41-7C9F-2570-F09D-8E4B026F3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99177-8489-214F-3281-99103D6C2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2077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2AFCB-F1FB-8106-7128-5E6EACDB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13C1-AED6-5825-1FB4-902D85AAC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162D22-8B7F-E7F0-FEF5-C3E3C75EE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6BB05E-6497-CBCC-C2CE-7C9DAC120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36771-A854-7E84-AC28-A5D3F43388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FFDE2E-0626-2FCE-F7F2-51B4B533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BC8F36-AD3C-4B45-5C90-6EF1BC65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7734D1-B86B-33A1-B975-4F8EC4B9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4007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193A-0E32-804D-1232-48F9E6709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700669-92DD-C75A-9AAB-119C8CCE0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BDFA4B-A9CD-7E26-5734-AE403F6F9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D9256-D58D-5210-001E-6E74FC2BD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995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8AC870-4A75-C6AA-5C47-E35CE73CC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FB6BD-6566-243E-9147-0D3339BA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F9B23-8363-F4E8-F927-F2AAEEEC6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468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F2208-EAE9-C60E-EF1D-1707C1CB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A394-1FA7-7644-95F9-78E004E2C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50980-55D4-1083-0FDB-A67AF20F4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08F08-0026-8D97-AA6B-1815CC340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BEEA4-8799-20B3-BA93-90E3622D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CE9FE-54B8-1143-5D2D-8536AB2A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6381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15B27-30AC-2279-38F0-91D7FB46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32F6D-5088-659D-9F49-7CCB7B4B1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5B7B0-12D6-1AE7-51D3-CA14414FCC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B0F18-7465-E647-0B24-D183E8B7D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890C4-6CA7-C63A-0207-06DD00340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01D3FC-3E5C-FB51-5F23-27EA20EA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626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69C9-5913-EE08-401D-81B1CA342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1678C8-A6FF-CC58-4A13-D7E3387DB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4BD8B-12B0-5E0E-F6C5-1017D4D94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CA9F1-2405-4102-8073-F5B8F7B4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59168-789C-5A0D-5C02-151DAFFCD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875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C6DD2C-E873-AFB4-8D11-4B494FAD5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5B1BE-C293-6E93-8A39-C15050D59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7FBE1-6488-4CB4-8CAA-0E9916FE5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A45EF-A958-E522-5237-D6BC04BE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39099-68C3-2D0A-B382-8A33AE20F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53215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AEC08-69E9-3FCD-324C-545DB037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C04DC-0010-F809-0F21-7635C4DDD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98583-244C-71E8-1193-059C11ABF6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CDDF33-5728-4730-A3D1-528809E425CB}" type="datetimeFigureOut">
              <a:rPr lang="es-CO" smtClean="0"/>
              <a:t>3/04/2026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04A31-F49C-F22C-87F2-02A9C2B9E6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93C1-C341-4F0E-8DB1-8F63AEA88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06F54-8148-4D10-AE7B-3D8EDE3ABBC2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125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 descr="Pie chart with solid fill">
            <a:extLst>
              <a:ext uri="{FF2B5EF4-FFF2-40B4-BE49-F238E27FC236}">
                <a16:creationId xmlns:a16="http://schemas.microsoft.com/office/drawing/2014/main" id="{A7B3127E-8A0A-1BAD-4F9E-814753B85B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79976" y="1749552"/>
            <a:ext cx="31242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812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Ortiz</dc:creator>
  <cp:lastModifiedBy>Santiago Ortiz</cp:lastModifiedBy>
  <cp:revision>1</cp:revision>
  <dcterms:created xsi:type="dcterms:W3CDTF">2026-04-03T19:15:09Z</dcterms:created>
  <dcterms:modified xsi:type="dcterms:W3CDTF">2026-04-03T19:54:36Z</dcterms:modified>
</cp:coreProperties>
</file>