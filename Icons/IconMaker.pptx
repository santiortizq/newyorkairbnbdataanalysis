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0D3D"/>
    <a:srgbClr val="FFCC00"/>
    <a:srgbClr val="2596BE"/>
    <a:srgbClr val="FFFF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27B9ED-8C43-40A2-95C9-684B04E3DDB2}" v="15" dt="2026-04-05T21:43:39.6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tiago Ortiz" userId="8b76e105705800ef" providerId="LiveId" clId="{763C6895-C760-4459-BCBE-6004E971A178}"/>
    <pc:docChg chg="undo redo custSel addSld modSld">
      <pc:chgData name="Santiago Ortiz" userId="8b76e105705800ef" providerId="LiveId" clId="{763C6895-C760-4459-BCBE-6004E971A178}" dt="2026-04-05T21:43:39.645" v="169" actId="164"/>
      <pc:docMkLst>
        <pc:docMk/>
      </pc:docMkLst>
      <pc:sldChg chg="addSp delSp modSp new mod">
        <pc:chgData name="Santiago Ortiz" userId="8b76e105705800ef" providerId="LiveId" clId="{763C6895-C760-4459-BCBE-6004E971A178}" dt="2026-04-05T21:43:39.645" v="169" actId="164"/>
        <pc:sldMkLst>
          <pc:docMk/>
          <pc:sldMk cId="430812222" sldId="256"/>
        </pc:sldMkLst>
        <pc:spChg chg="add mod">
          <ac:chgData name="Santiago Ortiz" userId="8b76e105705800ef" providerId="LiveId" clId="{763C6895-C760-4459-BCBE-6004E971A178}" dt="2026-04-05T21:27:25.326" v="89" actId="164"/>
          <ac:spMkLst>
            <pc:docMk/>
            <pc:sldMk cId="430812222" sldId="256"/>
            <ac:spMk id="7" creationId="{C30E46E7-D177-809F-E915-080AFFA8727C}"/>
          </ac:spMkLst>
        </pc:spChg>
        <pc:spChg chg="add mod">
          <ac:chgData name="Santiago Ortiz" userId="8b76e105705800ef" providerId="LiveId" clId="{763C6895-C760-4459-BCBE-6004E971A178}" dt="2026-04-05T21:43:38.198" v="167" actId="33987"/>
          <ac:spMkLst>
            <pc:docMk/>
            <pc:sldMk cId="430812222" sldId="256"/>
            <ac:spMk id="19" creationId="{D8B3EA34-C0D0-D137-BFAB-3D6EE27056BC}"/>
          </ac:spMkLst>
        </pc:spChg>
        <pc:grpChg chg="add mod">
          <ac:chgData name="Santiago Ortiz" userId="8b76e105705800ef" providerId="LiveId" clId="{763C6895-C760-4459-BCBE-6004E971A178}" dt="2026-04-05T21:27:25.326" v="89" actId="164"/>
          <ac:grpSpMkLst>
            <pc:docMk/>
            <pc:sldMk cId="430812222" sldId="256"/>
            <ac:grpSpMk id="6" creationId="{433474F7-2297-8B8E-9532-FD0C14FB9A43}"/>
          </ac:grpSpMkLst>
        </pc:grpChg>
        <pc:grpChg chg="add del mod">
          <ac:chgData name="Santiago Ortiz" userId="8b76e105705800ef" providerId="LiveId" clId="{763C6895-C760-4459-BCBE-6004E971A178}" dt="2026-04-05T21:29:03.325" v="90" actId="478"/>
          <ac:grpSpMkLst>
            <pc:docMk/>
            <pc:sldMk cId="430812222" sldId="256"/>
            <ac:grpSpMk id="8" creationId="{CE996A5D-7A9A-D8B1-9256-669292CE14B3}"/>
          </ac:grpSpMkLst>
        </pc:grpChg>
        <pc:grpChg chg="add mod">
          <ac:chgData name="Santiago Ortiz" userId="8b76e105705800ef" providerId="LiveId" clId="{763C6895-C760-4459-BCBE-6004E971A178}" dt="2026-04-05T21:43:39.645" v="169" actId="164"/>
          <ac:grpSpMkLst>
            <pc:docMk/>
            <pc:sldMk cId="430812222" sldId="256"/>
            <ac:grpSpMk id="18" creationId="{A11CBD9B-FDAA-4D8B-8E14-37B7442EC603}"/>
          </ac:grpSpMkLst>
        </pc:grpChg>
        <pc:picChg chg="add mod ord">
          <ac:chgData name="Santiago Ortiz" userId="8b76e105705800ef" providerId="LiveId" clId="{763C6895-C760-4459-BCBE-6004E971A178}" dt="2026-04-05T21:21:59.459" v="67" actId="164"/>
          <ac:picMkLst>
            <pc:docMk/>
            <pc:sldMk cId="430812222" sldId="256"/>
            <ac:picMk id="3" creationId="{385ECAF5-634D-4A29-F8AE-C95E46F8FFA9}"/>
          </ac:picMkLst>
        </pc:picChg>
        <pc:picChg chg="add mod">
          <ac:chgData name="Santiago Ortiz" userId="8b76e105705800ef" providerId="LiveId" clId="{763C6895-C760-4459-BCBE-6004E971A178}" dt="2026-04-05T21:21:59.459" v="67" actId="164"/>
          <ac:picMkLst>
            <pc:docMk/>
            <pc:sldMk cId="430812222" sldId="256"/>
            <ac:picMk id="5" creationId="{2FD501A9-3217-0594-B1CC-6FCCF2582D66}"/>
          </ac:picMkLst>
        </pc:picChg>
        <pc:picChg chg="add del mod ord">
          <ac:chgData name="Santiago Ortiz" userId="8b76e105705800ef" providerId="LiveId" clId="{763C6895-C760-4459-BCBE-6004E971A178}" dt="2026-04-05T21:43:23.139" v="150" actId="478"/>
          <ac:picMkLst>
            <pc:docMk/>
            <pc:sldMk cId="430812222" sldId="256"/>
            <ac:picMk id="10" creationId="{1A74713C-DCD4-1CAA-78D5-B1A6259DE90D}"/>
          </ac:picMkLst>
        </pc:picChg>
        <pc:picChg chg="add del mod">
          <ac:chgData name="Santiago Ortiz" userId="8b76e105705800ef" providerId="LiveId" clId="{763C6895-C760-4459-BCBE-6004E971A178}" dt="2026-04-05T21:43:23.006" v="146" actId="478"/>
          <ac:picMkLst>
            <pc:docMk/>
            <pc:sldMk cId="430812222" sldId="256"/>
            <ac:picMk id="12" creationId="{28961133-3A74-161D-1042-F33B53B36C1D}"/>
          </ac:picMkLst>
        </pc:picChg>
        <pc:picChg chg="add del mod">
          <ac:chgData name="Santiago Ortiz" userId="8b76e105705800ef" providerId="LiveId" clId="{763C6895-C760-4459-BCBE-6004E971A178}" dt="2026-04-05T21:19:55.974" v="49" actId="478"/>
          <ac:picMkLst>
            <pc:docMk/>
            <pc:sldMk cId="430812222" sldId="256"/>
            <ac:picMk id="13" creationId="{A7B3127E-8A0A-1BAD-4F9E-814753B85BDB}"/>
          </ac:picMkLst>
        </pc:picChg>
        <pc:picChg chg="add mod">
          <ac:chgData name="Santiago Ortiz" userId="8b76e105705800ef" providerId="LiveId" clId="{763C6895-C760-4459-BCBE-6004E971A178}" dt="2026-04-05T21:43:39.645" v="169" actId="164"/>
          <ac:picMkLst>
            <pc:docMk/>
            <pc:sldMk cId="430812222" sldId="256"/>
            <ac:picMk id="15" creationId="{248B42A6-11F3-AA02-6BE1-0C2312602000}"/>
          </ac:picMkLst>
        </pc:picChg>
        <pc:picChg chg="add mod">
          <ac:chgData name="Santiago Ortiz" userId="8b76e105705800ef" providerId="LiveId" clId="{763C6895-C760-4459-BCBE-6004E971A178}" dt="2026-04-05T21:43:39.645" v="169" actId="164"/>
          <ac:picMkLst>
            <pc:docMk/>
            <pc:sldMk cId="430812222" sldId="256"/>
            <ac:picMk id="17" creationId="{5AE1C2AC-7F72-2E18-50EC-484B739A01B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1A1AD-DF4F-A622-8007-3D339AE62F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8F47D2-F3BA-05FF-AF97-D7F138D4A6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27694-5230-DAD3-B793-123D04662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E8C8A-B96A-0252-D6CC-1EA909139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D0CFE-3F19-0939-F387-0EED49BD7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37692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17B04-EE54-23E1-FCCD-DA9A46B9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A654E-4A1D-FEBD-D671-FC4014504E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D64C9-0285-5B11-30EA-A9324D868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E9814-380B-821C-2317-D2512EE8C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E7BF55-617D-719F-7606-44EE57ADC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6991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A240F-4572-53C0-411E-7FA18CBB6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3E857-96B4-CDF6-03BF-E056787C8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B0A14F-A1A7-81A7-974F-5025E389E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BFDE4-3290-3131-A498-A93D290BA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9287D-C7DF-D41D-D4D7-7604AFEAB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36737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CD6D1-C79A-AD87-73A6-EEAE458F0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6B0E1-10D2-F1CC-C646-236D1F85F4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AE5AC-3F63-2592-BDD0-C8B0AD3DE3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3B1F3-1489-5831-66AF-59524F794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ECCA41-7C9F-2570-F09D-8E4B026F3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E99177-8489-214F-3281-99103D6C2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62077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AFCB-F1FB-8106-7128-5E6EACDB1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613C1-AED6-5825-1FB4-902D85AAC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162D22-8B7F-E7F0-FEF5-C3E3C75EE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6BB05E-6497-CBCC-C2CE-7C9DAC120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F36771-A854-7E84-AC28-A5D3F43388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FFDE2E-0626-2FCE-F7F2-51B4B533B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BC8F36-AD3C-4B45-5C90-6EF1BC653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7734D1-B86B-33A1-B975-4F8EC4B90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400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3193A-0E32-804D-1232-48F9E6709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700669-92DD-C75A-9AAB-119C8CCE0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BDFA4B-A9CD-7E26-5734-AE403F6F9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0D9256-D58D-5210-001E-6E74FC2BD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69952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8AC870-4A75-C6AA-5C47-E35CE73CC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6FB6BD-6566-243E-9147-0D3339BA3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F9B23-8363-F4E8-F927-F2AAEEEC6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84688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F2208-EAE9-C60E-EF1D-1707C1CB6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9A394-1FA7-7644-95F9-78E004E2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450980-55D4-1083-0FDB-A67AF20F4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008F08-0026-8D97-AA6B-1815CC340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BEEA4-8799-20B3-BA93-90E3622D2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ECE9FE-54B8-1143-5D2D-8536AB2A2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96381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15B27-30AC-2279-38F0-91D7FB469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432F6D-5088-659D-9F49-7CCB7B4B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5B7B0-12D6-1AE7-51D3-CA14414FCC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CB0F18-7465-E647-0B24-D183E8B7D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890C4-6CA7-C63A-0207-06DD00340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01D3FC-3E5C-FB51-5F23-27EA20EAB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46262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D69C9-5913-EE08-401D-81B1CA342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678C8-A6FF-CC58-4A13-D7E3387DBE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A4BD8B-12B0-5E0E-F6C5-1017D4D94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CA9F1-2405-4102-8073-F5B8F7B4D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F59168-789C-5A0D-5C02-151DAFFCD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8875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C6DD2C-E873-AFB4-8D11-4B494FAD51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A5B1BE-C293-6E93-8A39-C15050D59B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7FBE1-6488-4CB4-8CAA-0E9916FE5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2A45EF-A958-E522-5237-D6BC04BE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39099-68C3-2D0A-B382-8A33AE20F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53215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1AEC08-69E9-3FCD-324C-545DB0371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C04DC-0010-F809-0F21-7635C4DDD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98583-244C-71E8-1193-059C11ABF6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CDDF33-5728-4730-A3D1-528809E425CB}" type="datetimeFigureOut">
              <a:rPr lang="es-CO" smtClean="0"/>
              <a:t>5/04/2026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04A31-F49C-F22C-87F2-02A9C2B9E6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93C1-C341-4F0E-8DB1-8F63AEA88F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406F54-8148-4D10-AE7B-3D8EDE3ABBC2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11253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A11CBD9B-FDAA-4D8B-8E14-37B7442EC603}"/>
              </a:ext>
            </a:extLst>
          </p:cNvPr>
          <p:cNvGrpSpPr/>
          <p:nvPr/>
        </p:nvGrpSpPr>
        <p:grpSpPr>
          <a:xfrm>
            <a:off x="3747435" y="2382419"/>
            <a:ext cx="4750709" cy="2801748"/>
            <a:chOff x="3747435" y="2382419"/>
            <a:chExt cx="4750709" cy="2801748"/>
          </a:xfrm>
        </p:grpSpPr>
        <p:pic>
          <p:nvPicPr>
            <p:cNvPr id="15" name="Graphic 14" descr="Building outline">
              <a:extLst>
                <a:ext uri="{FF2B5EF4-FFF2-40B4-BE49-F238E27FC236}">
                  <a16:creationId xmlns:a16="http://schemas.microsoft.com/office/drawing/2014/main" id="{248B42A6-11F3-AA02-6BE1-0C23126020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747435" y="2382420"/>
              <a:ext cx="2801747" cy="2801747"/>
            </a:xfrm>
            <a:prstGeom prst="rect">
              <a:avLst/>
            </a:prstGeom>
          </p:spPr>
        </p:pic>
        <p:pic>
          <p:nvPicPr>
            <p:cNvPr id="17" name="Graphic 16" descr="House with solid fill">
              <a:extLst>
                <a:ext uri="{FF2B5EF4-FFF2-40B4-BE49-F238E27FC236}">
                  <a16:creationId xmlns:a16="http://schemas.microsoft.com/office/drawing/2014/main" id="{5AE1C2AC-7F72-2E18-50EC-484B739A01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6397" y="2382419"/>
              <a:ext cx="2801747" cy="28017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30812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Santiago Ortiz</dc:creator>
  <cp:lastModifiedBy>Santiago Ortiz</cp:lastModifiedBy>
  <cp:revision>1</cp:revision>
  <dcterms:created xsi:type="dcterms:W3CDTF">2026-04-03T19:15:09Z</dcterms:created>
  <dcterms:modified xsi:type="dcterms:W3CDTF">2026-04-05T21:43:47Z</dcterms:modified>
</cp:coreProperties>
</file>