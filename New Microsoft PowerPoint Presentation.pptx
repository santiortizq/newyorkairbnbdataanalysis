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D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CA83D6-598D-4AB2-A29E-3475BC93646F}" v="4" dt="2026-03-20T20:08:17.2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1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tiago Ortiz" userId="8b76e105705800ef" providerId="LiveId" clId="{763C6895-C760-4459-BCBE-6004E971A178}"/>
    <pc:docChg chg="custSel addSld modSld">
      <pc:chgData name="Santiago Ortiz" userId="8b76e105705800ef" providerId="LiveId" clId="{763C6895-C760-4459-BCBE-6004E971A178}" dt="2026-03-20T20:10:04.694" v="50" actId="14100"/>
      <pc:docMkLst>
        <pc:docMk/>
      </pc:docMkLst>
      <pc:sldChg chg="addSp delSp modSp new mod">
        <pc:chgData name="Santiago Ortiz" userId="8b76e105705800ef" providerId="LiveId" clId="{763C6895-C760-4459-BCBE-6004E971A178}" dt="2026-03-20T20:10:04.694" v="50" actId="14100"/>
        <pc:sldMkLst>
          <pc:docMk/>
          <pc:sldMk cId="634593229" sldId="256"/>
        </pc:sldMkLst>
        <pc:spChg chg="del">
          <ac:chgData name="Santiago Ortiz" userId="8b76e105705800ef" providerId="LiveId" clId="{763C6895-C760-4459-BCBE-6004E971A178}" dt="2026-03-20T20:07:43.406" v="1" actId="478"/>
          <ac:spMkLst>
            <pc:docMk/>
            <pc:sldMk cId="634593229" sldId="256"/>
            <ac:spMk id="2" creationId="{DF1B58E7-CA95-F348-E513-9EF937FED136}"/>
          </ac:spMkLst>
        </pc:spChg>
        <pc:spChg chg="del">
          <ac:chgData name="Santiago Ortiz" userId="8b76e105705800ef" providerId="LiveId" clId="{763C6895-C760-4459-BCBE-6004E971A178}" dt="2026-03-20T20:07:43.406" v="1" actId="478"/>
          <ac:spMkLst>
            <pc:docMk/>
            <pc:sldMk cId="634593229" sldId="256"/>
            <ac:spMk id="3" creationId="{C135A2CD-8D35-0399-A821-C6B605F37242}"/>
          </ac:spMkLst>
        </pc:spChg>
        <pc:spChg chg="add mod">
          <ac:chgData name="Santiago Ortiz" userId="8b76e105705800ef" providerId="LiveId" clId="{763C6895-C760-4459-BCBE-6004E971A178}" dt="2026-03-20T20:09:05.926" v="10" actId="14100"/>
          <ac:spMkLst>
            <pc:docMk/>
            <pc:sldMk cId="634593229" sldId="256"/>
            <ac:spMk id="4" creationId="{BB254D64-AB16-63A1-F280-349584A75836}"/>
          </ac:spMkLst>
        </pc:spChg>
        <pc:spChg chg="add mod">
          <ac:chgData name="Santiago Ortiz" userId="8b76e105705800ef" providerId="LiveId" clId="{763C6895-C760-4459-BCBE-6004E971A178}" dt="2026-03-20T20:10:04.694" v="50" actId="14100"/>
          <ac:spMkLst>
            <pc:docMk/>
            <pc:sldMk cId="634593229" sldId="256"/>
            <ac:spMk id="5" creationId="{3B4F7CB7-7076-CE74-F8B7-70FCBB180BF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6E80B-B274-4D8A-B2D4-9523B8C4ECD8}" type="datetimeFigureOut">
              <a:rPr lang="es-CO" smtClean="0"/>
              <a:t>20/03/2026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B5D33-262A-43F8-83C2-32ED92778A5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535124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6E80B-B274-4D8A-B2D4-9523B8C4ECD8}" type="datetimeFigureOut">
              <a:rPr lang="es-CO" smtClean="0"/>
              <a:t>20/03/2026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B5D33-262A-43F8-83C2-32ED92778A5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073408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6E80B-B274-4D8A-B2D4-9523B8C4ECD8}" type="datetimeFigureOut">
              <a:rPr lang="es-CO" smtClean="0"/>
              <a:t>20/03/2026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B5D33-262A-43F8-83C2-32ED92778A5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857095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6E80B-B274-4D8A-B2D4-9523B8C4ECD8}" type="datetimeFigureOut">
              <a:rPr lang="es-CO" smtClean="0"/>
              <a:t>20/03/2026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B5D33-262A-43F8-83C2-32ED92778A5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47523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6E80B-B274-4D8A-B2D4-9523B8C4ECD8}" type="datetimeFigureOut">
              <a:rPr lang="es-CO" smtClean="0"/>
              <a:t>20/03/2026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B5D33-262A-43F8-83C2-32ED92778A5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016148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6E80B-B274-4D8A-B2D4-9523B8C4ECD8}" type="datetimeFigureOut">
              <a:rPr lang="es-CO" smtClean="0"/>
              <a:t>20/03/2026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B5D33-262A-43F8-83C2-32ED92778A5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95227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6E80B-B274-4D8A-B2D4-9523B8C4ECD8}" type="datetimeFigureOut">
              <a:rPr lang="es-CO" smtClean="0"/>
              <a:t>20/03/2026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B5D33-262A-43F8-83C2-32ED92778A5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323423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6E80B-B274-4D8A-B2D4-9523B8C4ECD8}" type="datetimeFigureOut">
              <a:rPr lang="es-CO" smtClean="0"/>
              <a:t>20/03/2026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B5D33-262A-43F8-83C2-32ED92778A5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155438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6E80B-B274-4D8A-B2D4-9523B8C4ECD8}" type="datetimeFigureOut">
              <a:rPr lang="es-CO" smtClean="0"/>
              <a:t>20/03/2026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B5D33-262A-43F8-83C2-32ED92778A5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757520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6E80B-B274-4D8A-B2D4-9523B8C4ECD8}" type="datetimeFigureOut">
              <a:rPr lang="es-CO" smtClean="0"/>
              <a:t>20/03/2026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B5D33-262A-43F8-83C2-32ED92778A5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257620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6E80B-B274-4D8A-B2D4-9523B8C4ECD8}" type="datetimeFigureOut">
              <a:rPr lang="es-CO" smtClean="0"/>
              <a:t>20/03/2026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B5D33-262A-43F8-83C2-32ED92778A5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787544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6E80B-B274-4D8A-B2D4-9523B8C4ECD8}" type="datetimeFigureOut">
              <a:rPr lang="es-CO" smtClean="0"/>
              <a:t>20/03/2026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B5D33-262A-43F8-83C2-32ED92778A58}" type="slidenum">
              <a:rPr lang="es-CO" smtClean="0"/>
              <a:t>‹#›</a:t>
            </a:fld>
            <a:endParaRPr lang="es-CO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172505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6E80B-B274-4D8A-B2D4-9523B8C4ECD8}" type="datetimeFigureOut">
              <a:rPr lang="es-CO" smtClean="0"/>
              <a:t>20/03/2026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B5D33-262A-43F8-83C2-32ED92778A5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159441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6E80B-B274-4D8A-B2D4-9523B8C4ECD8}" type="datetimeFigureOut">
              <a:rPr lang="es-CO" smtClean="0"/>
              <a:t>20/03/2026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B5D33-262A-43F8-83C2-32ED92778A5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419470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6E80B-B274-4D8A-B2D4-9523B8C4ECD8}" type="datetimeFigureOut">
              <a:rPr lang="es-CO" smtClean="0"/>
              <a:t>20/03/2026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B5D33-262A-43F8-83C2-32ED92778A5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380845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6E80B-B274-4D8A-B2D4-9523B8C4ECD8}" type="datetimeFigureOut">
              <a:rPr lang="es-CO" smtClean="0"/>
              <a:t>20/03/2026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B5D33-262A-43F8-83C2-32ED92778A5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143060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6E80B-B274-4D8A-B2D4-9523B8C4ECD8}" type="datetimeFigureOut">
              <a:rPr lang="es-CO" smtClean="0"/>
              <a:t>20/03/2026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B5D33-262A-43F8-83C2-32ED92778A5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490126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B156E80B-B274-4D8A-B2D4-9523B8C4ECD8}" type="datetimeFigureOut">
              <a:rPr lang="es-CO" smtClean="0"/>
              <a:t>20/03/2026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1C4B5D33-262A-43F8-83C2-32ED92778A5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1595800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B254D64-AB16-63A1-F280-349584A75836}"/>
              </a:ext>
            </a:extLst>
          </p:cNvPr>
          <p:cNvSpPr/>
          <p:nvPr/>
        </p:nvSpPr>
        <p:spPr>
          <a:xfrm>
            <a:off x="0" y="1"/>
            <a:ext cx="12192000" cy="406399"/>
          </a:xfrm>
          <a:prstGeom prst="rect">
            <a:avLst/>
          </a:prstGeom>
          <a:solidFill>
            <a:srgbClr val="FF0D6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B4F7CB7-7076-CE74-F8B7-70FCBB180BF7}"/>
              </a:ext>
            </a:extLst>
          </p:cNvPr>
          <p:cNvSpPr/>
          <p:nvPr/>
        </p:nvSpPr>
        <p:spPr>
          <a:xfrm>
            <a:off x="-1" y="0"/>
            <a:ext cx="1948873" cy="6858000"/>
          </a:xfrm>
          <a:prstGeom prst="rect">
            <a:avLst/>
          </a:prstGeom>
          <a:solidFill>
            <a:schemeClr val="bg1">
              <a:lumMod val="95000"/>
              <a:lumOff val="5000"/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3459322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Slate</Template>
  <TotalTime>2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Calisto MT</vt:lpstr>
      <vt:lpstr>Wingdings 2</vt:lpstr>
      <vt:lpstr>Slate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Santiago Ortiz</dc:creator>
  <cp:lastModifiedBy>Santiago Ortiz</cp:lastModifiedBy>
  <cp:revision>1</cp:revision>
  <dcterms:created xsi:type="dcterms:W3CDTF">2026-03-20T20:07:39Z</dcterms:created>
  <dcterms:modified xsi:type="dcterms:W3CDTF">2026-03-20T20:10:08Z</dcterms:modified>
</cp:coreProperties>
</file>